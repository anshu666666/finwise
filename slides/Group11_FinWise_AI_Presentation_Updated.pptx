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82" y="1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shuman Biswas" userId="5299b4a48779c827" providerId="LiveId" clId="{EF699DA0-1749-4323-855F-9A14B19DE663}"/>
    <pc:docChg chg="modSld">
      <pc:chgData name="Anshuman Biswas" userId="5299b4a48779c827" providerId="LiveId" clId="{EF699DA0-1749-4323-855F-9A14B19DE663}" dt="2026-10-16T06:32:22.623" v="4" actId="1038"/>
      <pc:docMkLst>
        <pc:docMk/>
      </pc:docMkLst>
      <pc:sldChg chg="modSp mod">
        <pc:chgData name="Anshuman Biswas" userId="5299b4a48779c827" providerId="LiveId" clId="{EF699DA0-1749-4323-855F-9A14B19DE663}" dt="2026-10-16T05:23:28.460" v="0" actId="1037"/>
        <pc:sldMkLst>
          <pc:docMk/>
          <pc:sldMk cId="0" sldId="259"/>
        </pc:sldMkLst>
        <pc:picChg chg="mod">
          <ac:chgData name="Anshuman Biswas" userId="5299b4a48779c827" providerId="LiveId" clId="{EF699DA0-1749-4323-855F-9A14B19DE663}" dt="2026-10-16T05:23:28.460" v="0" actId="1037"/>
          <ac:picMkLst>
            <pc:docMk/>
            <pc:sldMk cId="0" sldId="259"/>
            <ac:picMk id="2" creationId="{00000000-0000-0000-0000-000000000000}"/>
          </ac:picMkLst>
        </pc:picChg>
      </pc:sldChg>
      <pc:sldChg chg="modSp mod">
        <pc:chgData name="Anshuman Biswas" userId="5299b4a48779c827" providerId="LiveId" clId="{EF699DA0-1749-4323-855F-9A14B19DE663}" dt="2026-10-16T06:32:22.623" v="4" actId="1038"/>
        <pc:sldMkLst>
          <pc:docMk/>
          <pc:sldMk cId="0" sldId="260"/>
        </pc:sldMkLst>
        <pc:picChg chg="mod">
          <ac:chgData name="Anshuman Biswas" userId="5299b4a48779c827" providerId="LiveId" clId="{EF699DA0-1749-4323-855F-9A14B19DE663}" dt="2026-10-16T06:32:22.623" v="4" actId="1038"/>
          <ac:picMkLst>
            <pc:docMk/>
            <pc:sldMk cId="0" sldId="260"/>
            <ac:picMk id="2" creationId="{00000000-0000-0000-0000-000000000000}"/>
          </ac:picMkLst>
        </pc:picChg>
      </pc:sldChg>
      <pc:sldChg chg="modSp mod">
        <pc:chgData name="Anshuman Biswas" userId="5299b4a48779c827" providerId="LiveId" clId="{EF699DA0-1749-4323-855F-9A14B19DE663}" dt="2026-10-16T06:31:23.936" v="2" actId="1037"/>
        <pc:sldMkLst>
          <pc:docMk/>
          <pc:sldMk cId="0" sldId="262"/>
        </pc:sldMkLst>
        <pc:picChg chg="mod">
          <ac:chgData name="Anshuman Biswas" userId="5299b4a48779c827" providerId="LiveId" clId="{EF699DA0-1749-4323-855F-9A14B19DE663}" dt="2026-10-16T06:31:23.936" v="2" actId="1037"/>
          <ac:picMkLst>
            <pc:docMk/>
            <pc:sldMk cId="0" sldId="262"/>
            <ac:picMk id="2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815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63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Anshuman Biswas</cp:lastModifiedBy>
  <cp:revision>1</cp:revision>
  <dcterms:created xsi:type="dcterms:W3CDTF">2013-01-27T09:14:16Z</dcterms:created>
  <dcterms:modified xsi:type="dcterms:W3CDTF">2026-10-16T06:32:33Z</dcterms:modified>
  <cp:category/>
</cp:coreProperties>
</file>